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0" r:id="rId9"/>
    <p:sldId id="26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E6C784-D97F-430E-9B0C-F95044B99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8AE15F0-481C-4C60-A27C-798985C77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7C6FDF-C077-4FCF-A6E4-4403D379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561CD0-135A-4F17-834D-5CFF7B8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4BA933-936E-49FC-966C-AE5A9398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93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02D410-50D4-4B06-BD3F-47E15CAB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1130DB-9DA8-4048-A820-4367BFA24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D564FC-AB05-45B9-B29A-3E014E8A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240304-6E76-4C94-BAFD-3AA4341B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9076F7-F3C5-46C7-BB0E-6BDB0C86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445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0B9942-A33B-4456-A7EB-309B1BA4F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4EE0A3-A1E7-4388-9087-994097DA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B7AD34-25FC-4E06-9BD2-3E20FC6A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D66644-3422-493C-B214-6E658A1E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D9B486-ABB2-4172-B720-9BEE60ED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58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A7F9C-AD47-4501-BBCD-5FD3685F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6F7F1D-F894-42ED-8127-20B5FF48A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82E793E-8AB5-4DA0-8ECB-D475C41DC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78537BF-5B10-4220-8B32-CB7F2096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EA8D20-B47D-41FB-89D9-FE2EDF7F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BF2FEF-F9EE-4C53-B360-5C7B504F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56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9EA0CD-159E-44E2-889D-9D283896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477B16-AB50-4FAC-B8E6-285B3E7CC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A70D78-1432-4F90-8FF1-746E6DCAE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CA8BFE-B4BA-418C-A164-A9532C339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750D8C0-E717-4D64-8219-6B7443CB7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8ACBD8E-F1FE-48A6-8268-9BFD6E04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3F89625-E82D-4A80-853F-CDD41B4E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F85C7D6-D693-4872-96CF-0F0C506B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71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1EE16-42A0-46E0-8517-3EC00C37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E8F80E7-C661-4855-B152-42FB169A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FC14086-99F1-406F-8B73-0A54908E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034959A-2188-47FC-A6A3-52EE27A4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935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7F2AA0D-20A4-4973-904F-3201153B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B90B6F8-1819-4ADF-AE33-EE83CB6C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7EEE11-8FF6-4475-BE13-4645C1A53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72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875F7-4EEA-4B8A-B95B-DF30C9D1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2157A9-86BB-451A-8D34-5180F4996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5018A9-53E0-4E4F-A8A1-1A2DB3EFF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B9F539-E801-4A04-BB1F-772A64FF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B8A182-F87A-422C-9081-CBD74CB9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B094465-E583-413D-83C5-EAA1693D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94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44D0AF-25FF-4125-871E-23EA64BFD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A56EA50-A6C3-4226-90A0-86C42FD67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2C56F8-1C1E-4035-A0D2-1FA5DEA95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16A872-472B-4DB4-B601-D0E5B8ED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C30CDE-5050-4869-8134-48BACF37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041824-412E-45DD-B7D1-EA947488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07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6BF33B-A367-4D52-A1DC-AE13CA86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140106-7242-462E-ACA2-F662212C4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68A018-0EFC-45AC-B733-DC6399AB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63AC55-D3DD-4180-AC2E-5A2AE8E8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8B0811-04FB-4AA0-8506-E7B5783A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59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791983A-9392-47BA-8FE6-0B8FDD03E3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540293-4BB2-4701-B892-FF8725DAA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486273-D27F-4DA6-A076-F1468CCD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B536CB-274D-4E2A-ADED-33ACAEE4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43FEF5-ABA2-4844-B009-13709925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90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8085661-4E88-4D14-A8E6-A506E2DE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46229A-EFDB-4405-B996-368F716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29BBB8-159D-4C0A-ACF6-A09169059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D846E-D37A-4E7D-B9F7-D44CD8FAA4D2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2C470B-2139-4BD4-9571-0928438D4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7F2F2-62B0-4B51-AF3F-C8090E30D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91A49-73BF-4310-B920-31A422BE93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12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370132-58C4-427A-81BF-0086D696E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8296"/>
              </p:ext>
            </p:extLst>
          </p:nvPr>
        </p:nvGraphicFramePr>
        <p:xfrm>
          <a:off x="1228663" y="3429000"/>
          <a:ext cx="9734673" cy="28103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212">
                  <a:extLst>
                    <a:ext uri="{9D8B030D-6E8A-4147-A177-3AD203B41FA5}">
                      <a16:colId xmlns:a16="http://schemas.microsoft.com/office/drawing/2014/main" val="107135576"/>
                    </a:ext>
                  </a:extLst>
                </a:gridCol>
                <a:gridCol w="3808641">
                  <a:extLst>
                    <a:ext uri="{9D8B030D-6E8A-4147-A177-3AD203B41FA5}">
                      <a16:colId xmlns:a16="http://schemas.microsoft.com/office/drawing/2014/main" val="3389833966"/>
                    </a:ext>
                  </a:extLst>
                </a:gridCol>
                <a:gridCol w="3502352">
                  <a:extLst>
                    <a:ext uri="{9D8B030D-6E8A-4147-A177-3AD203B41FA5}">
                      <a16:colId xmlns:a16="http://schemas.microsoft.com/office/drawing/2014/main" val="3723729855"/>
                    </a:ext>
                  </a:extLst>
                </a:gridCol>
                <a:gridCol w="1784468">
                  <a:extLst>
                    <a:ext uri="{9D8B030D-6E8A-4147-A177-3AD203B41FA5}">
                      <a16:colId xmlns:a16="http://schemas.microsoft.com/office/drawing/2014/main" val="1768294449"/>
                    </a:ext>
                  </a:extLst>
                </a:gridCol>
              </a:tblGrid>
              <a:tr h="56207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>
                          <a:effectLst/>
                        </a:rPr>
                        <a:t>連結處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網頁連結舊檔名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對應新檔案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修正網頁文字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7342412"/>
                  </a:ext>
                </a:extLst>
              </a:tr>
              <a:tr h="56207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>
                          <a:effectLst/>
                        </a:rPr>
                        <a:t>頭像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kuo-photo.png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u="none" strike="noStrike">
                          <a:effectLst/>
                        </a:rPr>
                        <a:t>闕士傑</a:t>
                      </a:r>
                      <a:r>
                        <a:rPr lang="en-US" altLang="zh-TW" sz="1100" u="none" strike="noStrike">
                          <a:effectLst/>
                        </a:rPr>
                        <a:t>_</a:t>
                      </a:r>
                      <a:r>
                        <a:rPr lang="en-US" sz="1100" u="none" strike="noStrike">
                          <a:effectLst/>
                        </a:rPr>
                        <a:t>Photo2.jpg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　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9442231"/>
                  </a:ext>
                </a:extLst>
              </a:tr>
              <a:tr h="562077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下載點</a:t>
                      </a:r>
                      <a:r>
                        <a:rPr lang="en-US" altLang="zh-TW" sz="1200" u="none" strike="noStrike">
                          <a:effectLst/>
                        </a:rPr>
                        <a:t>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u="none" strike="noStrike">
                          <a:effectLst/>
                        </a:rPr>
                        <a:t>TUA_2026_</a:t>
                      </a:r>
                      <a:r>
                        <a:rPr lang="zh-TW" altLang="en-US" sz="1000" u="none" strike="noStrike">
                          <a:effectLst/>
                        </a:rPr>
                        <a:t>闕士傑六大願景政見</a:t>
                      </a:r>
                      <a:r>
                        <a:rPr lang="en-US" altLang="zh-TW" sz="1000" u="none" strike="noStrike">
                          <a:effectLst/>
                        </a:rPr>
                        <a:t>_V1_1.pdf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100" u="none" strike="noStrike" dirty="0">
                          <a:effectLst/>
                        </a:rPr>
                        <a:t>TUA 2026 </a:t>
                      </a:r>
                      <a:r>
                        <a:rPr lang="zh-TW" altLang="en-US" sz="1100" u="none" strike="noStrike" dirty="0">
                          <a:effectLst/>
                        </a:rPr>
                        <a:t>闕士傑六大願景政見</a:t>
                      </a:r>
                      <a:r>
                        <a:rPr lang="en-US" altLang="zh-TW" sz="1100" u="none" strike="noStrike" dirty="0">
                          <a:effectLst/>
                        </a:rPr>
                        <a:t>_</a:t>
                      </a:r>
                      <a:r>
                        <a:rPr lang="zh-TW" altLang="en-US" sz="1100" u="none" strike="noStrike" dirty="0">
                          <a:effectLst/>
                        </a:rPr>
                        <a:t>公開信 </a:t>
                      </a:r>
                      <a:r>
                        <a:rPr lang="en-US" altLang="zh-TW" sz="1100" u="none" strike="noStrike" dirty="0">
                          <a:effectLst/>
                        </a:rPr>
                        <a:t>V1.6.pdf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六大願景公開信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83792192"/>
                  </a:ext>
                </a:extLst>
              </a:tr>
              <a:tr h="562077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下載點</a:t>
                      </a:r>
                      <a:r>
                        <a:rPr lang="en-US" altLang="zh-TW" sz="1200" u="none" strike="noStrike">
                          <a:effectLst/>
                        </a:rPr>
                        <a:t>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u="none" strike="noStrike">
                          <a:effectLst/>
                        </a:rPr>
                        <a:t>專業升級</a:t>
                      </a:r>
                      <a:r>
                        <a:rPr lang="en-US" altLang="zh-TW" sz="1000" u="none" strike="noStrike">
                          <a:effectLst/>
                        </a:rPr>
                        <a:t>_</a:t>
                      </a:r>
                      <a:r>
                        <a:rPr lang="zh-TW" altLang="en-US" sz="1000" u="none" strike="noStrike">
                          <a:effectLst/>
                        </a:rPr>
                        <a:t>智慧學會</a:t>
                      </a:r>
                      <a:r>
                        <a:rPr lang="en-US" altLang="zh-TW" sz="1000" u="none" strike="noStrike">
                          <a:effectLst/>
                        </a:rPr>
                        <a:t>_</a:t>
                      </a:r>
                      <a:r>
                        <a:rPr lang="zh-TW" altLang="en-US" sz="1000" u="none" strike="noStrike">
                          <a:effectLst/>
                        </a:rPr>
                        <a:t>圖形版</a:t>
                      </a:r>
                      <a:r>
                        <a:rPr lang="en-US" altLang="zh-TW" sz="1000" u="none" strike="noStrike">
                          <a:effectLst/>
                        </a:rPr>
                        <a:t>_V0_2.pdf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u="none" strike="noStrike">
                          <a:effectLst/>
                        </a:rPr>
                        <a:t>闕士傑 </a:t>
                      </a:r>
                      <a:r>
                        <a:rPr lang="en-US" altLang="zh-TW" sz="1100" u="none" strike="noStrike">
                          <a:effectLst/>
                        </a:rPr>
                        <a:t>TUA2026 </a:t>
                      </a:r>
                      <a:r>
                        <a:rPr lang="zh-TW" altLang="en-US" sz="1100" u="none" strike="noStrike">
                          <a:effectLst/>
                        </a:rPr>
                        <a:t>六大願景</a:t>
                      </a:r>
                      <a:r>
                        <a:rPr lang="en-US" altLang="zh-TW" sz="1100" u="none" strike="noStrike">
                          <a:effectLst/>
                        </a:rPr>
                        <a:t>_</a:t>
                      </a:r>
                      <a:r>
                        <a:rPr lang="zh-TW" altLang="en-US" sz="1100" u="none" strike="noStrike">
                          <a:effectLst/>
                        </a:rPr>
                        <a:t>懶人包</a:t>
                      </a:r>
                      <a:r>
                        <a:rPr lang="en-US" altLang="zh-TW" sz="1100" u="none" strike="noStrike">
                          <a:effectLst/>
                        </a:rPr>
                        <a:t>_V1.6.pdf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六大願景懶人包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16357370"/>
                  </a:ext>
                </a:extLst>
              </a:tr>
              <a:tr h="562077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>
                          <a:effectLst/>
                        </a:rPr>
                        <a:t>下載點</a:t>
                      </a:r>
                      <a:r>
                        <a:rPr lang="en-US" altLang="zh-TW" sz="1200" u="none" strike="noStrike">
                          <a:effectLst/>
                        </a:rPr>
                        <a:t>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u="none" strike="noStrike">
                          <a:effectLst/>
                        </a:rPr>
                        <a:t>闕士傑的中秋祝賀</a:t>
                      </a:r>
                      <a:r>
                        <a:rPr lang="en-US" altLang="zh-TW" sz="1000" u="none" strike="noStrike">
                          <a:effectLst/>
                        </a:rPr>
                        <a:t>_</a:t>
                      </a:r>
                      <a:r>
                        <a:rPr lang="zh-TW" altLang="en-US" sz="1000" u="none" strike="noStrike">
                          <a:effectLst/>
                        </a:rPr>
                        <a:t>及參選理念說明</a:t>
                      </a:r>
                      <a:r>
                        <a:rPr lang="en-US" altLang="zh-TW" sz="1000" u="none" strike="noStrike">
                          <a:effectLst/>
                        </a:rPr>
                        <a:t>_V0_7_10_03_2025.pdf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u="none" strike="noStrike">
                          <a:effectLst/>
                        </a:rPr>
                        <a:t>不變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u="none" strike="noStrike" dirty="0">
                          <a:effectLst/>
                        </a:rPr>
                        <a:t>中秋祝賀及參選理念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20757350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3E88824A-1B29-4E4A-8073-F17D857C3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48" y="1394834"/>
            <a:ext cx="10248320" cy="203416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B8330DB-1832-4D30-82D2-29B9AB0836A4}"/>
              </a:ext>
            </a:extLst>
          </p:cNvPr>
          <p:cNvSpPr txBox="1"/>
          <p:nvPr/>
        </p:nvSpPr>
        <p:spPr>
          <a:xfrm>
            <a:off x="3142695" y="399495"/>
            <a:ext cx="5513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變更對應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3394B0B-9E76-4F85-8379-538D9312A6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65" b="14806"/>
          <a:stretch/>
        </p:blipFill>
        <p:spPr>
          <a:xfrm>
            <a:off x="2495934" y="1151634"/>
            <a:ext cx="2240474" cy="30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0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5829C-8117-41CC-9F87-4949092A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2187CE-C865-434F-A029-352E34385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EADCAE1-F57B-4F1B-9879-84CBCD809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654"/>
            <a:ext cx="12192000" cy="529198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0C9C669-FD29-4FB4-BF0D-8AF3F542DFEB}"/>
              </a:ext>
            </a:extLst>
          </p:cNvPr>
          <p:cNvSpPr txBox="1"/>
          <p:nvPr/>
        </p:nvSpPr>
        <p:spPr>
          <a:xfrm>
            <a:off x="7253056" y="2967335"/>
            <a:ext cx="2086253" cy="461665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2400" dirty="0"/>
              <a:t>嵌入頭像照片</a:t>
            </a:r>
          </a:p>
        </p:txBody>
      </p:sp>
    </p:spTree>
    <p:extLst>
      <p:ext uri="{BB962C8B-B14F-4D97-AF65-F5344CB8AC3E}">
        <p14:creationId xmlns:p14="http://schemas.microsoft.com/office/powerpoint/2010/main" val="337946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210BA-FCF0-47F1-94F4-60F99695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5CA0BA-2172-46CA-A5FE-248FCC318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D9C70D-56CA-4B9D-9918-480C0E3E1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111"/>
            <a:ext cx="12192000" cy="59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8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E9BF6E-ED1C-4AA6-9846-136FAC98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6B1C50-C91B-4B8B-88BB-00459A2FE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7663D19-6994-4254-9C81-06E4C6B99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0" y="392167"/>
            <a:ext cx="11994919" cy="607366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80A6992-56B8-4420-9A23-3062CFD2B482}"/>
              </a:ext>
            </a:extLst>
          </p:cNvPr>
          <p:cNvSpPr txBox="1"/>
          <p:nvPr/>
        </p:nvSpPr>
        <p:spPr>
          <a:xfrm>
            <a:off x="6223246" y="2863010"/>
            <a:ext cx="5743851" cy="461665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2400" dirty="0"/>
              <a:t>嵌入 </a:t>
            </a:r>
            <a:r>
              <a:rPr lang="en-US" altLang="zh-TW" sz="2400" dirty="0"/>
              <a:t>https://youtu.be/GCxhVWoGGAw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5619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A5C372-B877-405A-BFC3-DD325225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951DE8-3816-4EC0-BB5B-F873392D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3E1C4E-1186-427A-A6C6-5EBF5045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57" y="0"/>
            <a:ext cx="9990686" cy="6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4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A5C372-B877-405A-BFC3-DD325225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951DE8-3816-4EC0-BB5B-F873392D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3E1C4E-1186-427A-A6C6-5EBF5045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57" y="0"/>
            <a:ext cx="9990686" cy="6309907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C4B02086-96A6-48F7-8249-D682DA0B3629}"/>
              </a:ext>
            </a:extLst>
          </p:cNvPr>
          <p:cNvSpPr/>
          <p:nvPr/>
        </p:nvSpPr>
        <p:spPr>
          <a:xfrm>
            <a:off x="1651247" y="681037"/>
            <a:ext cx="2947386" cy="3198505"/>
          </a:xfrm>
          <a:prstGeom prst="round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8B3E554-2256-43FE-9709-2DE336FD2C3A}"/>
              </a:ext>
            </a:extLst>
          </p:cNvPr>
          <p:cNvCxnSpPr>
            <a:cxnSpLocks/>
          </p:cNvCxnSpPr>
          <p:nvPr/>
        </p:nvCxnSpPr>
        <p:spPr>
          <a:xfrm flipH="1" flipV="1">
            <a:off x="4138648" y="3634410"/>
            <a:ext cx="722442" cy="2451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C33BE8-9F3C-45CD-8820-2446AD88582A}"/>
              </a:ext>
            </a:extLst>
          </p:cNvPr>
          <p:cNvSpPr txBox="1"/>
          <p:nvPr/>
        </p:nvSpPr>
        <p:spPr>
          <a:xfrm>
            <a:off x="4861090" y="3694876"/>
            <a:ext cx="7330910" cy="13849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點擊後跳出圖框 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(80%</a:t>
            </a: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接近滿版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)</a:t>
            </a: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[</a:t>
            </a: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如下頁示範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]</a:t>
            </a:r>
            <a:b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</a:b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圖檔是對應的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[</a:t>
            </a: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政見 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1]</a:t>
            </a: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，其餘也是和圖形政見編號相對應，共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6</a:t>
            </a: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張 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(</a:t>
            </a:r>
            <a:r>
              <a:rPr lang="zh-TW" altLang="en-US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如圖所示目錄</a:t>
            </a:r>
            <a:r>
              <a: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)</a:t>
            </a:r>
            <a:endParaRPr lang="zh-TW" altLang="en-US" sz="2800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D2EF4BA-8C1B-4721-8DE4-1BF54E0B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7" y="4322743"/>
            <a:ext cx="4297578" cy="23350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669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A3E1C4E-1186-427A-A6C6-5EBF5045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57" y="0"/>
            <a:ext cx="9990686" cy="630990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3918C07-2813-4647-A375-6166D8BBE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57" y="681037"/>
            <a:ext cx="10515601" cy="5901189"/>
          </a:xfrm>
          <a:prstGeom prst="rect">
            <a:avLst/>
          </a:prstGeom>
        </p:spPr>
      </p:pic>
      <p:sp>
        <p:nvSpPr>
          <p:cNvPr id="6" name="乘號 5">
            <a:extLst>
              <a:ext uri="{FF2B5EF4-FFF2-40B4-BE49-F238E27FC236}">
                <a16:creationId xmlns:a16="http://schemas.microsoft.com/office/drawing/2014/main" id="{9A5D6434-BB36-4291-98C6-6EE5E12FD990}"/>
              </a:ext>
            </a:extLst>
          </p:cNvPr>
          <p:cNvSpPr/>
          <p:nvPr/>
        </p:nvSpPr>
        <p:spPr>
          <a:xfrm>
            <a:off x="11296095" y="772358"/>
            <a:ext cx="204186" cy="183887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979E49C-A559-4799-BACF-672B81B8A756}"/>
              </a:ext>
            </a:extLst>
          </p:cNvPr>
          <p:cNvSpPr/>
          <p:nvPr/>
        </p:nvSpPr>
        <p:spPr>
          <a:xfrm>
            <a:off x="11296095" y="772358"/>
            <a:ext cx="204186" cy="18388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950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F2ED7A-5341-4E4A-AEFE-E146EDA8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681FC-06AC-4005-8A34-C8719740B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EC9AE3C-3E90-426A-ABC0-848BACF16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9" y="369305"/>
            <a:ext cx="12025402" cy="611939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B4FE3A8-AF7E-4C5A-B093-AD53E64EC7E8}"/>
              </a:ext>
            </a:extLst>
          </p:cNvPr>
          <p:cNvSpPr txBox="1"/>
          <p:nvPr/>
        </p:nvSpPr>
        <p:spPr>
          <a:xfrm>
            <a:off x="5672832" y="4425480"/>
            <a:ext cx="4545368" cy="461665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2400" dirty="0"/>
              <a:t>嵌入 </a:t>
            </a:r>
            <a:r>
              <a:rPr lang="en-US" altLang="zh-TW" sz="2400" dirty="0"/>
              <a:t>https://youtu.be/gsriAzBfoeo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63031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049B9B-1574-4D6E-BDFC-C81DC86B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AE8815-6BA1-4798-B1FE-73009CD6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546B29-FEAA-4316-9902-F66D9AC5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96" y="681037"/>
            <a:ext cx="10850704" cy="43513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C8E051A-4ED7-44D7-9422-5ED54ED7673C}"/>
              </a:ext>
            </a:extLst>
          </p:cNvPr>
          <p:cNvSpPr txBox="1"/>
          <p:nvPr/>
        </p:nvSpPr>
        <p:spPr>
          <a:xfrm>
            <a:off x="4873840" y="4055323"/>
            <a:ext cx="422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顯示文字依前面指示變更</a:t>
            </a:r>
          </a:p>
        </p:txBody>
      </p:sp>
    </p:spTree>
    <p:extLst>
      <p:ext uri="{BB962C8B-B14F-4D97-AF65-F5344CB8AC3E}">
        <p14:creationId xmlns:p14="http://schemas.microsoft.com/office/powerpoint/2010/main" val="577103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184</Words>
  <Application>Microsoft Office PowerPoint</Application>
  <PresentationFormat>寬螢幕</PresentationFormat>
  <Paragraphs>26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Microsoft JhengHei Light</vt:lpstr>
      <vt:lpstr>Noto Sans TC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C.Y. Tsai</dc:creator>
  <cp:lastModifiedBy>C.Y. Tsai</cp:lastModifiedBy>
  <cp:revision>16</cp:revision>
  <dcterms:created xsi:type="dcterms:W3CDTF">2026-01-12T03:01:12Z</dcterms:created>
  <dcterms:modified xsi:type="dcterms:W3CDTF">2026-01-12T05:04:40Z</dcterms:modified>
</cp:coreProperties>
</file>